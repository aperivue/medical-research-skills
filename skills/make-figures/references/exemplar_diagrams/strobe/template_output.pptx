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574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F3A68"/>
                </a:solidFill>
              </a:rPr>
              <a:t>Figure 1. STROBE participant flow diagram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280160" cy="1097279"/>
          </a:xfrm>
          <a:prstGeom prst="roundRect">
            <a:avLst/>
          </a:prstGeom>
          <a:solidFill>
            <a:srgbClr val="CFE1F5"/>
          </a:solidFill>
          <a:ln>
            <a:solidFill>
              <a:srgbClr val="CF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F3A68"/>
                </a:solidFill>
              </a:rPr>
              <a:t>Identification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423160"/>
            <a:ext cx="1280160" cy="1097279"/>
          </a:xfrm>
          <a:prstGeom prst="roundRect">
            <a:avLst/>
          </a:prstGeom>
          <a:solidFill>
            <a:srgbClr val="CFE1F5"/>
          </a:solidFill>
          <a:ln>
            <a:solidFill>
              <a:srgbClr val="CF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F3A68"/>
                </a:solidFill>
              </a:rPr>
              <a:t>Screening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3840479"/>
            <a:ext cx="1280160" cy="1097280"/>
          </a:xfrm>
          <a:prstGeom prst="roundRect">
            <a:avLst/>
          </a:prstGeom>
          <a:solidFill>
            <a:srgbClr val="CFE1F5"/>
          </a:solidFill>
          <a:ln>
            <a:solidFill>
              <a:srgbClr val="CF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F3A68"/>
                </a:solidFill>
              </a:rPr>
              <a:t>Inclusion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5257800"/>
            <a:ext cx="1280160" cy="1097280"/>
          </a:xfrm>
          <a:prstGeom prst="roundRect">
            <a:avLst/>
          </a:prstGeom>
          <a:solidFill>
            <a:srgbClr val="CFE1F5"/>
          </a:solidFill>
          <a:ln>
            <a:solidFill>
              <a:srgbClr val="CF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F3A68"/>
                </a:solidFill>
              </a:rPr>
              <a:t>Analysis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00584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000000"/>
                </a:solidFill>
              </a:rPr>
              <a:t>Source population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(Database XYZ, 2010–2023)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total records = 120,000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42316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000000"/>
                </a:solidFill>
              </a:rPr>
              <a:t>Unique subjects after deduplication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N = 85,000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0" y="2103120"/>
            <a:ext cx="0" cy="32004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011680" y="3840479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000000"/>
                </a:solidFill>
              </a:rPr>
              <a:t>Meeting eligibility criteria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N = 80,000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0" y="3520439"/>
            <a:ext cx="0" cy="32004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11680" y="525780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000000"/>
                </a:solidFill>
              </a:rPr>
              <a:t>Analytic cohort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N = 77,500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57600" y="4937759"/>
            <a:ext cx="0" cy="320041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52160" y="2491740"/>
            <a:ext cx="3383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000" b="0">
                <a:solidFill>
                  <a:srgbClr val="000000"/>
                </a:solidFill>
              </a:rPr>
              <a:t>Excluded (n = 5,000):</a:t>
            </a:r>
          </a:p>
          <a:p>
            <a:pPr algn="l"/>
            <a:r>
              <a:rPr sz="1000" b="0">
                <a:solidFill>
                  <a:srgbClr val="000000"/>
                </a:solidFill>
              </a:rPr>
              <a:t>- missing age/sex (n = 1,200)</a:t>
            </a:r>
          </a:p>
          <a:p>
            <a:pPr algn="l"/>
            <a:r>
              <a:rPr sz="1000" b="0">
                <a:solidFill>
                  <a:srgbClr val="000000"/>
                </a:solidFill>
              </a:rPr>
              <a:t>- outside age range (n = 3,800)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03520" y="2971800"/>
            <a:ext cx="5486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852160" y="3909059"/>
            <a:ext cx="3383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000" b="0">
                <a:solidFill>
                  <a:srgbClr val="000000"/>
                </a:solidFill>
              </a:rPr>
              <a:t>Excluded (n = 2,500):</a:t>
            </a:r>
          </a:p>
          <a:p>
            <a:pPr algn="l"/>
            <a:r>
              <a:rPr sz="1000" b="0">
                <a:solidFill>
                  <a:srgbClr val="000000"/>
                </a:solidFill>
              </a:rPr>
              <a:t>- prior event at baseline (n = 1,500)</a:t>
            </a:r>
          </a:p>
          <a:p>
            <a:pPr algn="l"/>
            <a:r>
              <a:rPr sz="1000" b="0">
                <a:solidFill>
                  <a:srgbClr val="000000"/>
                </a:solidFill>
              </a:rPr>
              <a:t>- follow-up ≤ 0 days (n = 1,000)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03520" y="4389119"/>
            <a:ext cx="5486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