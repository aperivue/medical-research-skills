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A68"/>
                </a:solidFill>
              </a:rPr>
              <a:t>Figure 1. STROBE participant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371600" cy="960120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40280"/>
            <a:ext cx="1371600" cy="960119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1371600" cy="960120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Inclusion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709160"/>
            <a:ext cx="1371600" cy="960119"/>
          </a:xfrm>
          <a:prstGeom prst="roundRect">
            <a:avLst/>
          </a:prstGeom>
          <a:solidFill>
            <a:srgbClr val="CFE1F5"/>
          </a:solidFill>
          <a:ln>
            <a:solidFill>
              <a:srgbClr val="CF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1F3A68"/>
                </a:solidFill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00584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Source population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(Database XYZ, 2010–2023)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total records = 120,000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24028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Unique subjects after deduplication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85,000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96596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347472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Meeting eligibility criteria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80,000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320040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4560" y="4709160"/>
            <a:ext cx="4023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Analytic cohort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N = 77,500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0" y="4434840"/>
            <a:ext cx="0" cy="2743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2240280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000000"/>
                </a:solidFill>
              </a:rPr>
              <a:t>Excluded (n = 5,000):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♦ missing age/sex (n = 1,200)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♦ outside age range (n = 3,800)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217920" y="2674620"/>
            <a:ext cx="548640" cy="45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60" y="3474720"/>
            <a:ext cx="4206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000000"/>
                </a:solidFill>
              </a:rPr>
              <a:t>Excluded (n = 2,500):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♦ prior event at baseline (n = 1,500)</a:t>
            </a:r>
          </a:p>
          <a:p>
            <a:pPr algn="l"/>
            <a:r>
              <a:rPr sz="1000" b="0">
                <a:solidFill>
                  <a:srgbClr val="000000"/>
                </a:solidFill>
              </a:rPr>
              <a:t>♦ follow-up ≤ 0 days (n = 1,000)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7920" y="3909060"/>
            <a:ext cx="548640" cy="45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